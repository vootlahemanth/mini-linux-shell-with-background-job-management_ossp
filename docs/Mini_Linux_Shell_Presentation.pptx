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3E1C0"/>
                </a:solidFill>
              </a:defRPr>
            </a:pPr>
            <a:r>
              <a:t>Mini Linux Shell with Background Job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1160"/>
            <a:ext cx="102412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1EBFA"/>
                </a:solidFill>
              </a:defRPr>
            </a:pPr>
            <a:r>
              <a:rPr dirty="0"/>
              <a:t>• Hackathon Project · 17 October 2026</a:t>
            </a:r>
          </a:p>
          <a:p>
            <a:pPr>
              <a:spcAft>
                <a:spcPts val="1800"/>
              </a:spcAft>
              <a:defRPr sz="2200">
                <a:solidFill>
                  <a:srgbClr val="E1EBFA"/>
                </a:solidFill>
              </a:defRPr>
            </a:pPr>
            <a:r>
              <a:rPr dirty="0"/>
              <a:t>• Team members: </a:t>
            </a:r>
            <a:r>
              <a:rPr lang="en-IN" dirty="0"/>
              <a:t>2520030025 - </a:t>
            </a:r>
            <a:r>
              <a:rPr lang="en-IN" dirty="0" err="1"/>
              <a:t>V.Hemanth</a:t>
            </a:r>
            <a:br>
              <a:rPr lang="en-IN" dirty="0"/>
            </a:br>
            <a:r>
              <a:rPr lang="en-IN" dirty="0"/>
              <a:t>                                 2520030235 - Karthik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Beginners need a simple way to run commands and understand background processes.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Long-running commands can block a terminal if run in the foreground.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A clear job table and safe stop control make process management easier to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Execute a documented set of Linux commands.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Start long-running tasks in the background.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Display job IDs, PIDs, commands, and status.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Terminate only processes started and tracked by this project.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Provide a browser dashboard and audit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Browser UI (HTML/CSS/JavaScript)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↓ HTTP / JSON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Flask API validates requests and tracks jobs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↓ validated argv (no shell=True)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Linux processes; separate C/POSIX mini shell for OS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C shell: fork(), execvp(), waitpid(), kill(), SIGTERM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Backend: Python + Flask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Frontend: responsive HTML/CSS/JavaScript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Build: GCC + Make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Tests: Python unittest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Run pwd, date, and whoami.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Run sleep 60 with background mode enabled.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Open Background jobs and point out job ID and PID.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Stop the job and refresh its status.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Try an unsupported command and show the safe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Testing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Automated API tests cover health, foreground execution, background jobs, stop, help, and validation.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Allowlist blocks arbitrary commands and shell operators.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cat and ls are restricted to the workspace.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Run locally as a normal user; never expose the development server to untrusted networks.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Add genuine screenshots and actual test results before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3E1C0"/>
                </a:solidFill>
              </a:defRPr>
            </a:pPr>
            <a:r>
              <a:t>Impact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Makes OS process concepts easier to demonstrate.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Shows command execution, asynchronous jobs, job listing, and termination.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Next steps: stronger parsing, persistent job history, authentication, and production deployment.</a:t>
            </a:r>
          </a:p>
          <a:p>
            <a:pPr>
              <a:spcAft>
                <a:spcPts val="1800"/>
              </a:spcAft>
              <a:defRPr sz="2000">
                <a:solidFill>
                  <a:srgbClr val="E1EBFA"/>
                </a:solidFill>
              </a:defRPr>
            </a:pPr>
            <a:r>
              <a:t>• 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87A5"/>
                </a:solidFill>
              </a:defRPr>
            </a:pPr>
            <a:r>
              <a:t>MINISHELL / HACKATHON 2026                                      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433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VOOTLA HEMANTH</cp:lastModifiedBy>
  <cp:revision>3</cp:revision>
  <dcterms:created xsi:type="dcterms:W3CDTF">2013-01-27T09:14:16Z</dcterms:created>
  <dcterms:modified xsi:type="dcterms:W3CDTF">2026-10-17T04:39:09Z</dcterms:modified>
  <cp:category/>
</cp:coreProperties>
</file>